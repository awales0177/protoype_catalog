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60" r:id="rId4"/>
    <p:sldId id="256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7"/>
    <p:restoredTop sz="94640"/>
  </p:normalViewPr>
  <p:slideViewPr>
    <p:cSldViewPr snapToGrid="0">
      <p:cViewPr varScale="1">
        <p:scale>
          <a:sx n="116" d="100"/>
          <a:sy n="116" d="100"/>
        </p:scale>
        <p:origin x="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6205-3230-EFD5-1476-D73484B74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CD963-3E6F-0E71-5849-FE05DA952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27F2F-4EC6-BD66-466B-E910F6FE8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B0BA-C371-654E-9442-F192DAB48A6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DA9A9-4DCC-9EBC-6361-E4C50906E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F6C3E-B362-77EA-7D63-14AC5D3F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DC5-B1A0-2D4B-847A-1014FB2C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2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51B3-FC6B-D50F-7981-92AC1EEC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2ADBD-3A90-C615-AFD3-D15D71935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5D3B4-B034-AAE7-7877-51537C2D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B0BA-C371-654E-9442-F192DAB48A6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9F37F-1C0F-B90E-A538-85918DDCC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3BF84-C22A-6F88-71B6-D08B1C6C2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DC5-B1A0-2D4B-847A-1014FB2C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48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FDF9-A0AF-EA09-3B4D-276B616A1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1FB15-701E-32A2-88DD-8281BF6CE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BA677-9759-D1BE-508C-FB9922139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B0BA-C371-654E-9442-F192DAB48A6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E50F1-21B4-1392-1A81-6EDA34CD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B3A9F-9693-2077-CBC5-FC28C6DE4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DC5-B1A0-2D4B-847A-1014FB2C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96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45255-1F0F-71EA-F4D5-BE977B45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FFFBC-C24C-5DF0-17DE-035AF2C9C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54B52-3EB8-A88C-EF84-538980192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7FCC4-0AE7-06B1-FE81-C760CD5A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B0BA-C371-654E-9442-F192DAB48A6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E19F3-F763-66C2-3CD7-2FC8292B6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1BE72-C007-B20F-15E1-4BAA27102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DC5-B1A0-2D4B-847A-1014FB2C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34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01F69-4459-C162-94D7-414EA650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19D83-FABE-940B-BC0D-E1F20EBA8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6BE3A-6F93-5D07-7278-65D7C1653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35DB0-BF6C-125D-2A03-B58CB4843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F3FB3A-2264-01E8-D759-0216EC431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638685-73DC-A8E4-3F83-65642289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B0BA-C371-654E-9442-F192DAB48A6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F00F41-07C9-8D1F-0B59-4C2A8F54B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15F439-C19F-9CD2-EFAB-DAEE9A4D1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DC5-B1A0-2D4B-847A-1014FB2C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24654-F353-124D-0E1C-F189D76B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29842-A2C6-DF38-DA33-1A8B2423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B0BA-C371-654E-9442-F192DAB48A6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E64D55-EFB0-D83B-0333-1C1E244E0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393C1-2C50-5584-00B1-B96B4E6E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DC5-B1A0-2D4B-847A-1014FB2C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2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8523E-2039-0BCC-C790-976DA5FD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B0BA-C371-654E-9442-F192DAB48A6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512FE3-1EB4-E11F-BD9F-E2AB1FC46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67EB5-78E7-84CC-0E7E-0676DD79F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DC5-B1A0-2D4B-847A-1014FB2C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2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FD7D-EA21-9753-EAF3-79F9505FE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3B22D-9288-DAAF-23E5-95406BC7E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17645-6E8D-F5CB-7FAF-D4C783F76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D892A-72F4-DFC8-A13D-B558A1733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B0BA-C371-654E-9442-F192DAB48A6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B394A-89C3-B94D-CD71-0126F863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37179-7057-574B-6022-7DD29F09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DC5-B1A0-2D4B-847A-1014FB2C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852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B146-6B08-8F93-6C66-984A0049C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4A9355-2953-CB70-45B4-3BEA77883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739E9-294A-9288-E97A-C88C25DF5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A1656-DA19-B507-E50D-920AC8AA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B0BA-C371-654E-9442-F192DAB48A6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77821-3AA7-47CF-CBA5-681DD8FD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C2C72-C875-028C-CE4E-CA248FA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DC5-B1A0-2D4B-847A-1014FB2C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24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7B3B-CB54-C9EA-AB60-D2C16B49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14B0A-A15E-92ED-2B29-4D9E4F920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F0BEA-0246-0AC3-909B-DD7ABAAFE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B0BA-C371-654E-9442-F192DAB48A6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8BA82-0883-6030-3470-2A599E8D2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F8774-8AA2-652A-7091-7CF9DA48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DC5-B1A0-2D4B-847A-1014FB2C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F0009B-355E-FF7B-8E4A-0FBA01AA6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F0657B-24CE-FA15-6D4C-24260992E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697DC-D03D-D04E-589E-AEB58E33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B0BA-C371-654E-9442-F192DAB48A6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425F9-49D5-6689-5A7E-EF4D16879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89DEB-2267-B983-269A-BA14F81F0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DC5-B1A0-2D4B-847A-1014FB2C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8640E4-DC61-B110-65DF-48A1AD92E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D516B-D97D-273D-5ECA-6553D0004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BCA74-31E6-DD26-D26E-E24F18DAB7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3B0BA-C371-654E-9442-F192DAB48A6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66411-32C4-5DCC-6F72-4DA1255FF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B4229-74A1-A43E-2219-64EDE3B20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04DC5-B1A0-2D4B-847A-1014FB2C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5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AA6B2-DBC5-29FD-114B-14D0718AA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68C363-A9E6-C7A2-94FA-C82CD211C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10921"/>
            <a:ext cx="11277600" cy="583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03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3DF1B-A03D-A1CF-CCDD-3A7FDE9CA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5" b="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82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D2E320-AC8A-2C9B-5DD8-08C0766AA6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85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E1750109-3B91-4506-B997-0CD8E35A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16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2D8D1B-59F6-4FF3-8547-9BBB6129F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7539A1-F8AF-46A0-D9C3-BA58BE80C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49" y="839279"/>
            <a:ext cx="3122143" cy="2084029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8FC8C21F-9484-4A71-ABFA-6C10682FA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C5D228-F4E1-CB3B-BDEE-406D0E61B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49" y="3947735"/>
            <a:ext cx="3104943" cy="2072548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2C444748-5A8D-4B53-89FE-42B455DF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487090"/>
            <a:ext cx="3588171" cy="58978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BF8B5B-B9B6-6091-DE99-77CBB55CC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676" y="1636907"/>
            <a:ext cx="3252903" cy="359824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14044C96-7CFD-44DB-A579-D77B0D37C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5524" y="487090"/>
            <a:ext cx="3588174" cy="58978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246E358-9542-1247-E4E6-66EAD2977A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3518" y="1809578"/>
            <a:ext cx="3252903" cy="325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5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354A1-2009-BE4E-1828-593E5D8B6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F955AF-C053-E415-8D2D-43C91F4C7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18" y="321733"/>
            <a:ext cx="3350078" cy="22361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60FBF1-3C0C-5831-FF45-B44B97ED3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789" y="313080"/>
            <a:ext cx="2045156" cy="226227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12839B5-6527-4FE1-B5CA-71D5FFC47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752928"/>
            <a:ext cx="7566298" cy="75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9B37F3-721E-4809-A50E-9EE306404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46483" y="0"/>
            <a:ext cx="91440" cy="2788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F7CA550-53EB-68AC-C479-E4AE14666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52" y="2889964"/>
            <a:ext cx="5944624" cy="396803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E12D8E2-6088-4997-A8C6-1794DA9E1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6813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A67F9F4-0626-3352-A4DC-BE02378927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4742" y="116214"/>
            <a:ext cx="3312786" cy="331278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AF10F47-1605-47C5-AE58-9062909A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6299" y="3862989"/>
            <a:ext cx="4625702" cy="822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12DCA0-6603-ADFD-6F2D-4593C58FF7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9503" y="4038971"/>
            <a:ext cx="4223265" cy="281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74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Wales</dc:creator>
  <cp:lastModifiedBy>Aaron Wales</cp:lastModifiedBy>
  <cp:revision>12</cp:revision>
  <dcterms:created xsi:type="dcterms:W3CDTF">2026-03-17T03:55:16Z</dcterms:created>
  <dcterms:modified xsi:type="dcterms:W3CDTF">2026-03-19T13:56:54Z</dcterms:modified>
</cp:coreProperties>
</file>